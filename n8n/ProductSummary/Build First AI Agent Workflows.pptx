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5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8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3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0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6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1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0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5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5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3895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54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4996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5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08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3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FFA31-E045-432F-8BDE-1466327BACA6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8n-io/n8n" TargetMode="External"/><Relationship Id="rId2" Type="http://schemas.openxmlformats.org/officeDocument/2006/relationships/hyperlink" Target="https://n8n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tform.openai.com/" TargetMode="External"/><Relationship Id="rId5" Type="http://schemas.openxmlformats.org/officeDocument/2006/relationships/hyperlink" Target="https://airtable.com/" TargetMode="External"/><Relationship Id="rId4" Type="http://schemas.openxmlformats.org/officeDocument/2006/relationships/hyperlink" Target="https://docs.n8n.io/hosting/installation/server-setups/docker-compos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Build First AI Agent Workflows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Using n8n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1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AI Agent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AI agent is an autonomous system designed to:</a:t>
            </a:r>
          </a:p>
          <a:p>
            <a:r>
              <a:rPr lang="en-US" dirty="0"/>
              <a:t>- Perceive its environment</a:t>
            </a:r>
          </a:p>
          <a:p>
            <a:r>
              <a:rPr lang="en-US" dirty="0"/>
              <a:t>- Process information intelligently</a:t>
            </a:r>
          </a:p>
          <a:p>
            <a:r>
              <a:rPr lang="en-US" dirty="0"/>
              <a:t>- Take actions to achieve specific goals</a:t>
            </a:r>
          </a:p>
        </p:txBody>
      </p:sp>
    </p:spTree>
    <p:extLst>
      <p:ext uri="{BB962C8B-B14F-4D97-AF65-F5344CB8AC3E}">
        <p14:creationId xmlns:p14="http://schemas.microsoft.com/office/powerpoint/2010/main" val="1083710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AI Agents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26" y="446088"/>
            <a:ext cx="3609974" cy="54149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AI agents help organizations:</a:t>
            </a:r>
          </a:p>
          <a:p>
            <a:r>
              <a:rPr lang="en-US" dirty="0"/>
              <a:t>✅ </a:t>
            </a:r>
            <a:r>
              <a:rPr lang="en-US" b="1" dirty="0"/>
              <a:t>Automate complex workflows</a:t>
            </a:r>
            <a:r>
              <a:rPr lang="en-US" dirty="0"/>
              <a:t> across systems and teams</a:t>
            </a:r>
          </a:p>
          <a:p>
            <a:r>
              <a:rPr lang="en-US" dirty="0"/>
              <a:t>📄 </a:t>
            </a:r>
            <a:r>
              <a:rPr lang="en-US" b="1" dirty="0"/>
              <a:t>Process unstructured data</a:t>
            </a:r>
            <a:r>
              <a:rPr lang="en-US" dirty="0"/>
              <a:t> (text, images, logs) at scale</a:t>
            </a:r>
          </a:p>
          <a:p>
            <a:r>
              <a:rPr lang="en-US" dirty="0"/>
              <a:t>🔍 </a:t>
            </a:r>
            <a:r>
              <a:rPr lang="en-US" b="1" dirty="0"/>
              <a:t>Generate insights</a:t>
            </a:r>
            <a:r>
              <a:rPr lang="en-US" dirty="0"/>
              <a:t> with minimal human intervention</a:t>
            </a:r>
          </a:p>
          <a:p>
            <a:r>
              <a:rPr lang="en-US" dirty="0"/>
              <a:t>📊 </a:t>
            </a:r>
            <a:r>
              <a:rPr lang="en-US" b="1" dirty="0"/>
              <a:t>Enable continuous monitoring and reporting</a:t>
            </a:r>
            <a:r>
              <a:rPr lang="en-US" dirty="0"/>
              <a:t> for smarter decision-</a:t>
            </a:r>
            <a:r>
              <a:rPr lang="en-US" dirty="0" err="1"/>
              <a:t>makin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using to build AI Agent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Product Summary Agent</a:t>
            </a:r>
          </a:p>
          <a:p>
            <a:pPr lvl="1"/>
            <a:r>
              <a:rPr lang="en-US" dirty="0" smtClean="0"/>
              <a:t>N8n</a:t>
            </a:r>
          </a:p>
          <a:p>
            <a:pPr lvl="2"/>
            <a:r>
              <a:rPr lang="en-US" dirty="0">
                <a:hlinkClick r:id="rId2"/>
              </a:rPr>
              <a:t>https://n8n.io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pPr lvl="2"/>
            <a:r>
              <a:rPr lang="en-US" dirty="0" smtClean="0"/>
              <a:t>local </a:t>
            </a:r>
            <a:r>
              <a:rPr lang="en-US" dirty="0"/>
              <a:t>installation: </a:t>
            </a:r>
            <a:endParaRPr lang="en-US" dirty="0" smtClean="0"/>
          </a:p>
          <a:p>
            <a:pPr lvl="3"/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github.com/n8n-io/n8n</a:t>
            </a:r>
            <a:endParaRPr lang="en-US" dirty="0" smtClean="0"/>
          </a:p>
          <a:p>
            <a:pPr lvl="3"/>
            <a:r>
              <a:rPr lang="en-US" dirty="0">
                <a:hlinkClick r:id="rId4"/>
              </a:rPr>
              <a:t>https://docs.n8n.io/hosting/installation/server-setups/docker-compose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pPr lvl="1"/>
            <a:r>
              <a:rPr lang="en-US" dirty="0" err="1"/>
              <a:t>AirTable</a:t>
            </a:r>
            <a:r>
              <a:rPr lang="en-US" dirty="0" smtClean="0"/>
              <a:t>:</a:t>
            </a:r>
          </a:p>
          <a:p>
            <a:pPr lvl="2"/>
            <a:r>
              <a:rPr lang="en-US" dirty="0">
                <a:hlinkClick r:id="rId5"/>
              </a:rPr>
              <a:t>https://airtable.com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pPr lvl="1"/>
            <a:r>
              <a:rPr lang="en-US" dirty="0"/>
              <a:t>Open AI Account</a:t>
            </a:r>
            <a:r>
              <a:rPr lang="en-US" dirty="0" smtClean="0"/>
              <a:t>:</a:t>
            </a:r>
          </a:p>
          <a:p>
            <a:pPr lvl="2"/>
            <a:r>
              <a:rPr lang="en-US" dirty="0">
                <a:hlinkClick r:id="rId6"/>
              </a:rPr>
              <a:t>https://</a:t>
            </a:r>
            <a:r>
              <a:rPr lang="en-US" dirty="0" smtClean="0">
                <a:hlinkClick r:id="rId6"/>
              </a:rPr>
              <a:t>platform.openai.com</a:t>
            </a:r>
            <a:endParaRPr lang="en-US" dirty="0" smtClean="0"/>
          </a:p>
          <a:p>
            <a:pPr lvl="1"/>
            <a:r>
              <a:rPr lang="en-US" dirty="0"/>
              <a:t>Sample Dataset</a:t>
            </a:r>
            <a:r>
              <a:rPr lang="en-US" dirty="0" smtClean="0"/>
              <a:t>:</a:t>
            </a:r>
          </a:p>
          <a:p>
            <a:pPr lvl="2"/>
            <a:r>
              <a:rPr lang="en-US" dirty="0"/>
              <a:t>https://www.kaggle.com/datasets/kartikeybartwal/product-price-estimation-dataset </a:t>
            </a:r>
            <a:endParaRPr lang="en-US" dirty="0" smtClean="0"/>
          </a:p>
          <a:p>
            <a:pPr lvl="1"/>
            <a:r>
              <a:rPr lang="en-US" dirty="0"/>
              <a:t>Gmail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5753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51</TotalTime>
  <Words>126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Wisp</vt:lpstr>
      <vt:lpstr>Build First AI Agent Workflows</vt:lpstr>
      <vt:lpstr>What is an AI Agent</vt:lpstr>
      <vt:lpstr>Why AI Agents</vt:lpstr>
      <vt:lpstr>Tools using to build AI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First AI Agent Workflows</dc:title>
  <dc:creator>Lalitadevi Pila</dc:creator>
  <cp:lastModifiedBy>Lalitadevi Pila</cp:lastModifiedBy>
  <cp:revision>3</cp:revision>
  <dcterms:created xsi:type="dcterms:W3CDTF">2025-11-09T03:27:35Z</dcterms:created>
  <dcterms:modified xsi:type="dcterms:W3CDTF">2025-11-09T04:19:06Z</dcterms:modified>
</cp:coreProperties>
</file>