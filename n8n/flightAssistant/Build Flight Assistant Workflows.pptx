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2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56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81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3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207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64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41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133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007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452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454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3895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054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4996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55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088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FA31-E045-432F-8BDE-1466327BACA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133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FFA31-E045-432F-8BDE-1466327BACA6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0895E5F-D88D-4617-97FC-A2C55CFB7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7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airtable.com/" TargetMode="External"/><Relationship Id="rId3" Type="http://schemas.openxmlformats.org/officeDocument/2006/relationships/hyperlink" Target="https://github.com/n8n-io/n8n" TargetMode="External"/><Relationship Id="rId7" Type="http://schemas.openxmlformats.org/officeDocument/2006/relationships/hyperlink" Target="https://platform.openai.com/" TargetMode="External"/><Relationship Id="rId2" Type="http://schemas.openxmlformats.org/officeDocument/2006/relationships/hyperlink" Target="https://n8n.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eb.telegram.org/k/" TargetMode="External"/><Relationship Id="rId5" Type="http://schemas.openxmlformats.org/officeDocument/2006/relationships/hyperlink" Target="https://telegram.org/" TargetMode="External"/><Relationship Id="rId10" Type="http://schemas.openxmlformats.org/officeDocument/2006/relationships/hyperlink" Target="https://aviationstack.com/confirm-email" TargetMode="External"/><Relationship Id="rId4" Type="http://schemas.openxmlformats.org/officeDocument/2006/relationships/hyperlink" Target="https://docs.n8n.io/hosting/installation/server-setups/docker-compose/" TargetMode="External"/><Relationship Id="rId9" Type="http://schemas.openxmlformats.org/officeDocument/2006/relationships/hyperlink" Target="https://chart-img.com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Build Flight Assistance AI Agent Workflows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Using n8n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918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an AI Agent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AI agent is an autonomous system designed to:</a:t>
            </a:r>
          </a:p>
          <a:p>
            <a:r>
              <a:rPr lang="en-US" dirty="0"/>
              <a:t>- Perceive its environment</a:t>
            </a:r>
          </a:p>
          <a:p>
            <a:r>
              <a:rPr lang="en-US" dirty="0"/>
              <a:t>- Process information intelligently</a:t>
            </a:r>
          </a:p>
          <a:p>
            <a:r>
              <a:rPr lang="en-US" dirty="0"/>
              <a:t>- Take actions to achieve specific goals</a:t>
            </a:r>
          </a:p>
        </p:txBody>
      </p:sp>
    </p:spTree>
    <p:extLst>
      <p:ext uri="{BB962C8B-B14F-4D97-AF65-F5344CB8AC3E}">
        <p14:creationId xmlns:p14="http://schemas.microsoft.com/office/powerpoint/2010/main" val="1083710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AI Agents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826" y="446088"/>
            <a:ext cx="3609974" cy="541496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AI agents help organizations:</a:t>
            </a:r>
          </a:p>
          <a:p>
            <a:r>
              <a:rPr lang="en-US" dirty="0"/>
              <a:t>✅ </a:t>
            </a:r>
            <a:r>
              <a:rPr lang="en-US" b="1" dirty="0"/>
              <a:t>Automate complex workflows</a:t>
            </a:r>
            <a:r>
              <a:rPr lang="en-US" dirty="0"/>
              <a:t> across systems and teams</a:t>
            </a:r>
          </a:p>
          <a:p>
            <a:r>
              <a:rPr lang="en-US" dirty="0"/>
              <a:t>📄 </a:t>
            </a:r>
            <a:r>
              <a:rPr lang="en-US" b="1" dirty="0"/>
              <a:t>Process unstructured data</a:t>
            </a:r>
            <a:r>
              <a:rPr lang="en-US" dirty="0"/>
              <a:t> (text, images, logs) at scale</a:t>
            </a:r>
          </a:p>
          <a:p>
            <a:r>
              <a:rPr lang="en-US" dirty="0"/>
              <a:t>🔍 </a:t>
            </a:r>
            <a:r>
              <a:rPr lang="en-US" b="1" dirty="0"/>
              <a:t>Generate insights</a:t>
            </a:r>
            <a:r>
              <a:rPr lang="en-US" dirty="0"/>
              <a:t> with minimal human intervention</a:t>
            </a:r>
          </a:p>
          <a:p>
            <a:r>
              <a:rPr lang="en-US" dirty="0"/>
              <a:t>📊 </a:t>
            </a:r>
            <a:r>
              <a:rPr lang="en-US" b="1" dirty="0"/>
              <a:t>Enable continuous monitoring and reporting</a:t>
            </a:r>
            <a:r>
              <a:rPr lang="en-US" dirty="0"/>
              <a:t> for smarter decision-</a:t>
            </a:r>
            <a:r>
              <a:rPr lang="en-US" dirty="0" err="1"/>
              <a:t>makin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24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 using to build AI Agent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0155" y="1571537"/>
            <a:ext cx="8915400" cy="3777622"/>
          </a:xfrm>
        </p:spPr>
        <p:txBody>
          <a:bodyPr>
            <a:normAutofit fontScale="55000" lnSpcReduction="20000"/>
          </a:bodyPr>
          <a:lstStyle/>
          <a:p>
            <a:r>
              <a:rPr lang="en-US" dirty="0" smtClean="0"/>
              <a:t>Flight Assistant Agent</a:t>
            </a:r>
          </a:p>
          <a:p>
            <a:pPr lvl="1"/>
            <a:r>
              <a:rPr lang="en-US" dirty="0" smtClean="0"/>
              <a:t>N8n</a:t>
            </a:r>
          </a:p>
          <a:p>
            <a:pPr lvl="2"/>
            <a:r>
              <a:rPr lang="en-US" dirty="0">
                <a:hlinkClick r:id="rId2"/>
              </a:rPr>
              <a:t>https://n8n.io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pPr lvl="2"/>
            <a:r>
              <a:rPr lang="en-US" dirty="0" smtClean="0"/>
              <a:t>local </a:t>
            </a:r>
            <a:r>
              <a:rPr lang="en-US" dirty="0"/>
              <a:t>installation: </a:t>
            </a:r>
            <a:endParaRPr lang="en-US" dirty="0" smtClean="0"/>
          </a:p>
          <a:p>
            <a:pPr lvl="3"/>
            <a:r>
              <a:rPr lang="en-US" dirty="0" smtClean="0">
                <a:hlinkClick r:id="rId3"/>
              </a:rPr>
              <a:t>https</a:t>
            </a:r>
            <a:r>
              <a:rPr lang="en-US" dirty="0">
                <a:hlinkClick r:id="rId3"/>
              </a:rPr>
              <a:t>://</a:t>
            </a:r>
            <a:r>
              <a:rPr lang="en-US" dirty="0" smtClean="0">
                <a:hlinkClick r:id="rId3"/>
              </a:rPr>
              <a:t>github.com/n8n-io/n8n</a:t>
            </a:r>
            <a:endParaRPr lang="en-US" dirty="0" smtClean="0"/>
          </a:p>
          <a:p>
            <a:pPr lvl="3"/>
            <a:r>
              <a:rPr lang="en-US" dirty="0">
                <a:hlinkClick r:id="rId4"/>
              </a:rPr>
              <a:t>https://docs.n8n.io/hosting/installation/server-setups/docker-compose</a:t>
            </a:r>
            <a:r>
              <a:rPr lang="en-US" dirty="0" smtClean="0">
                <a:hlinkClick r:id="rId4"/>
              </a:rPr>
              <a:t>/</a:t>
            </a:r>
            <a:endParaRPr lang="en-US" dirty="0" smtClean="0"/>
          </a:p>
          <a:p>
            <a:pPr lvl="1"/>
            <a:r>
              <a:rPr lang="en-US" dirty="0" smtClean="0"/>
              <a:t>Telegram:</a:t>
            </a:r>
          </a:p>
          <a:p>
            <a:pPr lvl="2"/>
            <a:r>
              <a:rPr lang="en-US" dirty="0" smtClean="0">
                <a:hlinkClick r:id="rId5"/>
              </a:rPr>
              <a:t>https</a:t>
            </a:r>
            <a:r>
              <a:rPr lang="en-US" dirty="0">
                <a:hlinkClick r:id="rId5"/>
              </a:rPr>
              <a:t>://telegram.org</a:t>
            </a:r>
            <a:r>
              <a:rPr lang="en-US" dirty="0" smtClean="0">
                <a:hlinkClick r:id="rId5"/>
              </a:rPr>
              <a:t>/</a:t>
            </a:r>
            <a:endParaRPr lang="en-US" dirty="0"/>
          </a:p>
          <a:p>
            <a:pPr lvl="2"/>
            <a:r>
              <a:rPr lang="en-US" dirty="0">
                <a:hlinkClick r:id="rId6"/>
              </a:rPr>
              <a:t>https://web.telegram.org/k</a:t>
            </a:r>
            <a:r>
              <a:rPr lang="en-US" dirty="0" smtClean="0">
                <a:hlinkClick r:id="rId6"/>
              </a:rPr>
              <a:t>/</a:t>
            </a:r>
            <a:endParaRPr lang="en-US" dirty="0" smtClean="0"/>
          </a:p>
          <a:p>
            <a:pPr lvl="1"/>
            <a:r>
              <a:rPr lang="en-US" dirty="0" smtClean="0"/>
              <a:t>Open AI Account:</a:t>
            </a:r>
          </a:p>
          <a:p>
            <a:pPr lvl="2"/>
            <a:r>
              <a:rPr lang="en-US" dirty="0" smtClean="0">
                <a:hlinkClick r:id="rId7"/>
              </a:rPr>
              <a:t>https</a:t>
            </a:r>
            <a:r>
              <a:rPr lang="en-US" dirty="0">
                <a:hlinkClick r:id="rId7"/>
              </a:rPr>
              <a:t>://</a:t>
            </a:r>
            <a:r>
              <a:rPr lang="en-US" dirty="0" smtClean="0">
                <a:hlinkClick r:id="rId7"/>
              </a:rPr>
              <a:t>platform.openai.com</a:t>
            </a:r>
            <a:endParaRPr lang="en-US" dirty="0" smtClean="0"/>
          </a:p>
          <a:p>
            <a:pPr lvl="1"/>
            <a:r>
              <a:rPr lang="en-US" dirty="0" err="1" smtClean="0"/>
              <a:t>AirTable</a:t>
            </a:r>
            <a:r>
              <a:rPr lang="en-US" dirty="0" smtClean="0"/>
              <a:t>:</a:t>
            </a:r>
          </a:p>
          <a:p>
            <a:pPr lvl="2"/>
            <a:r>
              <a:rPr lang="en-US">
                <a:hlinkClick r:id="rId8"/>
              </a:rPr>
              <a:t>https://</a:t>
            </a:r>
            <a:r>
              <a:rPr lang="en-US">
                <a:hlinkClick r:id="rId8"/>
              </a:rPr>
              <a:t>airtable.com</a:t>
            </a:r>
            <a:r>
              <a:rPr lang="en-US" smtClean="0">
                <a:hlinkClick r:id="rId8"/>
              </a:rPr>
              <a:t>/</a:t>
            </a:r>
            <a:endParaRPr lang="en-US" dirty="0" smtClean="0"/>
          </a:p>
          <a:p>
            <a:pPr lvl="1"/>
            <a:r>
              <a:rPr lang="en-US" dirty="0" smtClean="0"/>
              <a:t>Chat image:</a:t>
            </a:r>
          </a:p>
          <a:p>
            <a:pPr lvl="2"/>
            <a:r>
              <a:rPr lang="en-US" dirty="0">
                <a:hlinkClick r:id="rId9"/>
              </a:rPr>
              <a:t>https://chart-img.com</a:t>
            </a:r>
            <a:r>
              <a:rPr lang="en-US" dirty="0" smtClean="0">
                <a:hlinkClick r:id="rId9"/>
              </a:rPr>
              <a:t>/</a:t>
            </a:r>
            <a:endParaRPr lang="en-US" dirty="0" smtClean="0"/>
          </a:p>
          <a:p>
            <a:pPr lvl="2"/>
            <a:r>
              <a:rPr lang="en-US" dirty="0">
                <a:hlinkClick r:id="rId10"/>
              </a:rPr>
              <a:t>https://</a:t>
            </a:r>
            <a:r>
              <a:rPr lang="en-US" dirty="0" smtClean="0">
                <a:hlinkClick r:id="rId10"/>
              </a:rPr>
              <a:t>aviationstack.com/confirm-email</a:t>
            </a:r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4857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Get Telegram Access 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Open Telegram APP in your  mobile or browser </a:t>
            </a:r>
          </a:p>
          <a:p>
            <a:r>
              <a:rPr lang="en-US" dirty="0" smtClean="0"/>
              <a:t>Search for </a:t>
            </a:r>
            <a:r>
              <a:rPr lang="en-US" dirty="0" err="1" smtClean="0"/>
              <a:t>BotFather</a:t>
            </a:r>
            <a:r>
              <a:rPr lang="en-US" dirty="0" smtClean="0"/>
              <a:t> from the Telegram Chat. Make sure you pick @</a:t>
            </a:r>
            <a:r>
              <a:rPr lang="en-US" dirty="0" err="1" smtClean="0"/>
              <a:t>BotFather</a:t>
            </a:r>
            <a:r>
              <a:rPr lang="en-US" dirty="0" smtClean="0"/>
              <a:t> which is verified and you can see check mark on the bot. </a:t>
            </a:r>
          </a:p>
          <a:p>
            <a:r>
              <a:rPr lang="en-US" dirty="0" smtClean="0"/>
              <a:t>On the </a:t>
            </a:r>
            <a:r>
              <a:rPr lang="en-US" dirty="0" err="1" smtClean="0"/>
              <a:t>BotFather</a:t>
            </a:r>
            <a:r>
              <a:rPr lang="en-US" dirty="0" smtClean="0"/>
              <a:t> chat window, </a:t>
            </a:r>
          </a:p>
          <a:p>
            <a:pPr lvl="1"/>
            <a:r>
              <a:rPr lang="en-US" dirty="0" smtClean="0"/>
              <a:t>You can see all the instructions on the window. </a:t>
            </a:r>
          </a:p>
          <a:p>
            <a:pPr lvl="1"/>
            <a:r>
              <a:rPr lang="en-US" dirty="0" smtClean="0"/>
              <a:t>Type in /</a:t>
            </a:r>
            <a:r>
              <a:rPr lang="en-US" dirty="0" err="1" smtClean="0"/>
              <a:t>newbot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/>
              <a:t>It will ask you to name the bot. </a:t>
            </a:r>
          </a:p>
          <a:p>
            <a:pPr lvl="1"/>
            <a:r>
              <a:rPr lang="en-US" dirty="0" smtClean="0"/>
              <a:t>Give a name for the bot. Make sure bot name should end with ‘bot’</a:t>
            </a:r>
          </a:p>
          <a:p>
            <a:pPr lvl="1"/>
            <a:r>
              <a:rPr lang="en-US" dirty="0" err="1" smtClean="0"/>
              <a:t>BotFather</a:t>
            </a:r>
            <a:r>
              <a:rPr lang="en-US" dirty="0" smtClean="0"/>
              <a:t> will respond with the bot details like your bot link, and the bot API key. Save the token. 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76255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3005</TotalTime>
  <Words>250</Words>
  <Application>Microsoft Office PowerPoint</Application>
  <PresentationFormat>Widescreen</PresentationFormat>
  <Paragraphs>41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Wisp</vt:lpstr>
      <vt:lpstr>Build Flight Assistance AI Agent Workflows</vt:lpstr>
      <vt:lpstr>What is an AI Agent</vt:lpstr>
      <vt:lpstr>Why AI Agents</vt:lpstr>
      <vt:lpstr>Tools using to build AI Agent</vt:lpstr>
      <vt:lpstr>How to Get Telegram Access Key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First AI Agent Workflows</dc:title>
  <dc:creator>Lalitadevi Pila</dc:creator>
  <cp:lastModifiedBy>Lalitadevi Pila</cp:lastModifiedBy>
  <cp:revision>14</cp:revision>
  <dcterms:created xsi:type="dcterms:W3CDTF">2025-11-09T03:27:35Z</dcterms:created>
  <dcterms:modified xsi:type="dcterms:W3CDTF">2025-11-12T19:52:02Z</dcterms:modified>
</cp:coreProperties>
</file>